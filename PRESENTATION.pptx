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93B"/>
                </a:solidFill>
                <a:latin typeface="Calibri"/>
              </a:rPr>
              <a:t>Login-Spike: Latenz (ms) über Zeit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Latenz</c:v>
                </c:pt>
              </c:strCache>
            </c:strRef>
          </c:tx>
          <c:spPr>
            <a:solidFill>
              <a:srgbClr val="028090"/>
            </a:solidFill>
            <a:ln w="31750" cap="flat">
              <a:solidFill>
                <a:srgbClr val="02809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77</c:v>
                </c:pt>
                <c:pt idx="1">
                  <c:v>59</c:v>
                </c:pt>
                <c:pt idx="2">
                  <c:v>49</c:v>
                </c:pt>
                <c:pt idx="3">
                  <c:v>69</c:v>
                </c:pt>
                <c:pt idx="4">
                  <c:v>93</c:v>
                </c:pt>
                <c:pt idx="5">
                  <c:v>177</c:v>
                </c:pt>
                <c:pt idx="6">
                  <c:v>524</c:v>
                </c:pt>
                <c:pt idx="7">
                  <c:v>872</c:v>
                </c:pt>
                <c:pt idx="8">
                  <c:v>1158</c:v>
                </c:pt>
                <c:pt idx="9">
                  <c:v>1167</c:v>
                </c:pt>
                <c:pt idx="10">
                  <c:v>1169</c:v>
                </c:pt>
                <c:pt idx="11">
                  <c:v>1163</c:v>
                </c:pt>
                <c:pt idx="12">
                  <c:v>1164</c:v>
                </c:pt>
                <c:pt idx="13">
                  <c:v>1164</c:v>
                </c:pt>
                <c:pt idx="14">
                  <c:v>1166</c:v>
                </c:pt>
                <c:pt idx="15">
                  <c:v>1158</c:v>
                </c:pt>
                <c:pt idx="16">
                  <c:v>1159</c:v>
                </c:pt>
                <c:pt idx="17">
                  <c:v>1169</c:v>
                </c:pt>
                <c:pt idx="18">
                  <c:v>1154</c:v>
                </c:pt>
                <c:pt idx="19">
                  <c:v>582</c:v>
                </c:pt>
                <c:pt idx="20">
                  <c:v>57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p95 Latenz</c:v>
                </c:pt>
              </c:strCache>
            </c:strRef>
          </c:tx>
          <c:spPr>
            <a:solidFill>
              <a:srgbClr val="C2410C"/>
            </a:solidFill>
            <a:ln w="31750" cap="flat">
              <a:solidFill>
                <a:srgbClr val="C241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410C"/>
              </a:solidFill>
              <a:ln w="9525" cap="flat">
                <a:solidFill>
                  <a:srgbClr val="C241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77</c:v>
                </c:pt>
                <c:pt idx="1">
                  <c:v>77</c:v>
                </c:pt>
                <c:pt idx="2">
                  <c:v>51</c:v>
                </c:pt>
                <c:pt idx="3">
                  <c:v>79</c:v>
                </c:pt>
                <c:pt idx="4">
                  <c:v>99</c:v>
                </c:pt>
                <c:pt idx="5">
                  <c:v>261</c:v>
                </c:pt>
                <c:pt idx="6">
                  <c:v>612</c:v>
                </c:pt>
                <c:pt idx="7">
                  <c:v>935</c:v>
                </c:pt>
                <c:pt idx="8">
                  <c:v>1163</c:v>
                </c:pt>
                <c:pt idx="9">
                  <c:v>1170</c:v>
                </c:pt>
                <c:pt idx="10">
                  <c:v>1174</c:v>
                </c:pt>
                <c:pt idx="11">
                  <c:v>1168</c:v>
                </c:pt>
                <c:pt idx="12">
                  <c:v>1171</c:v>
                </c:pt>
                <c:pt idx="13">
                  <c:v>1170</c:v>
                </c:pt>
                <c:pt idx="14">
                  <c:v>1173</c:v>
                </c:pt>
                <c:pt idx="15">
                  <c:v>1164</c:v>
                </c:pt>
                <c:pt idx="16">
                  <c:v>1164</c:v>
                </c:pt>
                <c:pt idx="17">
                  <c:v>1176</c:v>
                </c:pt>
                <c:pt idx="18">
                  <c:v>1168</c:v>
                </c:pt>
                <c:pt idx="19">
                  <c:v>752</c:v>
                </c:pt>
                <c:pt idx="20">
                  <c:v>57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Zeit (s)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Begrüßung. Wir haben für die conduit-App ein Test-Setup über alle Stufen der Testpyramide aufgebaut – mit bewusstem Schwerpunkt auf dem Authentifizierungs-/Login-Bereich, plus CI und Last-Tests.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Kurzer Fahrplan: App und Fokus, Teststrategie und Pyramide, Werkzeuge und Isolation, CI-Pipeline, Last-Tests, Fazit.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conduit: Express 5 + Sequelize + PostgreSQL, React-Frontend. Laut Aufgabenstellung müssen wir nur einen Teilbereich abdecken – wir haben den sicherheitskritischen Login-/Auth-Bereich gewählt und ihn über alle Pyramidenstufen getestet.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Eigene Suite mit anderen Frameworks, klar abgegrenzt von der Baseline. Echtes Postgres wegen realistischer Constraints. Im Auth-Bereich haben wir die Coverage von gut 1 Prozent auf rund 85 Prozent gehoben.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Pyramide hat die richtige Form: breite Unit-Basis, weniger Integration, wenige E2E, oben Last. Wir decken bewusst nur den Login-/Auth-Bereich ab, dafür durchgängig über alle Stufen – die Mindestmengen sind eingehalten.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Wichtig ist das Wie der Isolation: Unit komplett gemockt; Integration bekommt vor jedem Test eine leere DB via Truncate; E2E erzeugt je einen eindeutigen Benutzer. Dadurch sind alle Stufen unabhängig und reproduzierbar.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Pipeline startet zuerst PostgreSQL per docker compose (Container-Services laufen auf Windows-Runnern nicht), dann alle Teststufen nacheinander. Last-Tests sind ausgelagert und nur manuell auslösbar. Gleiche npm-Skripte laufen auch lokal.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Beide Last-Tests zielen auf den Login. Unter Normallast (15 VUs) bleibt p95 bei 188 ms. Beim Spike auf 100 VUs steigt die Latenz auf ein Plateau von rund 1,17 s – derselbe Endpunkt ist also etwa 6× langsamer. Keine Fehler, aber klare Verlangsamung.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Gleicher Endpunkt, zwei Lastniveaus: Normallast ist unauffällig, der Spike deckt den CPU-gebundenen bcrypt-Engpass auf. Kein Bug, sondern eine Kapazitätsgrenze – lösbar über mehr Instanzen oder Rate-Limiting.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Zusammengefasst: 26 fokussierte Tests über alle Stufen, Auth-Coverage von gut einem Prozent auf rund 85 Prozent, realistische DB mit sauberer Isolation, automatisierte Pipeline und Last-Tests, die einen echten Engpass aufdecken. Danke – Fragen?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Application Testing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240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conduit (RealWorld) – Schwerpunkt Authentifizierung / Login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 Seybold  ·  Philipp Zauner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F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Präsentationstermin: 27.06.2026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887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Anwendung &amp; Testfokus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180136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75564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Teststrategie &amp; Testpyramide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236829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682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232257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Womit &amp; wie getestet wird (Isolation)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40080" y="2935224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CI/CD-Pipeline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350215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&amp; Ergebnisse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40080" y="406908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Fazit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Anwendung &amp; Testfokus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conduit – Blogging-Plattform („Medium-Klon") nach der RealWorld-Spezifikation, Fullstack-Monorepo.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83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(Vite)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331720" y="224028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79192" y="17830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679192" y="1783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5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REST-API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62272" y="224028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809744" y="17830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783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Sequelize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92824" y="2240280"/>
            <a:ext cx="301752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940296" y="17830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0B3D45"/>
          </a:solidFill>
          <a:ln/>
        </p:spPr>
      </p:sp>
      <p:sp>
        <p:nvSpPr>
          <p:cNvPr id="14" name="Text 12"/>
          <p:cNvSpPr/>
          <p:nvPr/>
        </p:nvSpPr>
        <p:spPr>
          <a:xfrm>
            <a:off x="6940296" y="178308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788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/api  ·  JWT-Auth  ·  bcrypt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8046720" cy="777240"/>
          </a:xfrm>
          <a:prstGeom prst="roundRect">
            <a:avLst>
              <a:gd name="adj" fmla="val 9412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388620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Testfokus dieser Arbeit: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Authentifizierung / Login (Registrierung, Login, Session) — nicht die gesamte App.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Teststrategie: Ausgangslage &amp; Entscheidung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Ausgangslage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Fork nur 12 triviale Helfer-Tests (Vitest).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Fachlicher Code praktisch ungetestet.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Entscheidung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 Suite mit Jest, Playwright und k6;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Vitest-Baseline bleibt als Vergleich.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Echtes PostgreSQL statt SQLite → realistisch.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577840" y="1371600"/>
            <a:ext cx="3108960" cy="128016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577840" y="1463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(Auth-Bereich)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577840" y="17830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1,3 %</a:t>
            </a:r>
            <a:pPr algn="ctr" indent="0" marL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algn="ctr"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85,3 %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577840" y="2880360"/>
            <a:ext cx="310896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Auth-Module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760720" y="324612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bcrypt, jwt, authentication,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User-Modell, Auth-Routen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nahe 100 % abgedeckt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Testpyramide: 26 Tests (Auth-Fokus)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057400" y="123444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0B3D45"/>
          </a:solidFill>
          <a:ln/>
        </p:spPr>
      </p:sp>
      <p:sp>
        <p:nvSpPr>
          <p:cNvPr id="4" name="Text 2"/>
          <p:cNvSpPr/>
          <p:nvPr/>
        </p:nvSpPr>
        <p:spPr>
          <a:xfrm>
            <a:off x="2057400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· 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554480" y="1984248"/>
            <a:ext cx="2468880" cy="658368"/>
          </a:xfrm>
          <a:prstGeom prst="roundRect">
            <a:avLst>
              <a:gd name="adj" fmla="val 6944"/>
            </a:avLst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8424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· 4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05840" y="2734056"/>
            <a:ext cx="3566160" cy="658368"/>
          </a:xfrm>
          <a:prstGeom prst="roundRect">
            <a:avLst>
              <a:gd name="adj" fmla="val 6944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7340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· 8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3483864"/>
            <a:ext cx="4663440" cy="658368"/>
          </a:xfrm>
          <a:prstGeom prst="roundRect">
            <a:avLst>
              <a:gd name="adj" fmla="val 6944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483864"/>
            <a:ext cx="4663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12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0" y="1234440"/>
            <a:ext cx="3108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Fokus statt Breite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Mindestziel (2er-Team): 10 / 6 / 4 / 2 = 22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Umgesetzt: 12 / 8 / 4 / 2 = 26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der Login-/Auth-Bereich, dafür über alle Stufen.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Artikel, Kommentare, Tags bewusst ausgeklammert.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Womit &amp; wie – Fokus Test-Isolation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16736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167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48840" y="1234440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60520" y="1234440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/ jwt / Auth-Middleware, Abhängigkeiten gemockt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157984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579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48840" y="2075688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 + Supertest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60520" y="2075688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Login-/Register-Endpunkte gegen echtes PostgreSQL; Truncate pro 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2999232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992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48840" y="2916936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60520" y="2916936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Login-Flows im Browser; eigener, eindeutiger Benutzer pro Test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10256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840480"/>
            <a:ext cx="1371600" cy="457200"/>
          </a:xfrm>
          <a:prstGeom prst="roundRect">
            <a:avLst>
              <a:gd name="adj" fmla="val 12000"/>
            </a:avLst>
          </a:prstGeom>
          <a:solidFill>
            <a:srgbClr val="028090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148840" y="3758184"/>
            <a:ext cx="2011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60520" y="3758184"/>
            <a:ext cx="4389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Login-Endpunkt unter Last; Szenarien seeden ihre Daten selbst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CI/CD-Pipeline (GitHub Actions)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jedem Push/PR auf einem self-hosted Runner (Windows + Docker):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B3D45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 compose)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56816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53412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2153412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3028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849624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3849624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545836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545836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5452" y="2286000"/>
            <a:ext cx="178308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42048" y="1828800"/>
            <a:ext cx="1481328" cy="914400"/>
          </a:xfrm>
          <a:prstGeom prst="roundRect">
            <a:avLst>
              <a:gd name="adj" fmla="val 7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7242048" y="1828800"/>
            <a:ext cx="14813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(k6):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separater, </a:t>
            </a:r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ausgelöster Workflow.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Lokal identisch reproduzierbar  ·  docker compose statt services-Container (Windows-tauglich)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Last-Tests: Login normal vs. Spike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143000"/>
          <a:ext cx="52120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1325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 10 → 100 ab ≈ 10 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806440" y="1280160"/>
            <a:ext cx="2926080" cy="1417320"/>
          </a:xfrm>
          <a:prstGeom prst="roundRect">
            <a:avLst>
              <a:gd name="adj" fmla="val 5161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5943600" y="1371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– Normallast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Lasttest · 15 VUs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43600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p95 188 ms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Fehler · stabil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806440" y="2880360"/>
            <a:ext cx="2926080" cy="1508760"/>
          </a:xfrm>
          <a:prstGeom prst="roundRect">
            <a:avLst>
              <a:gd name="adj" fmla="val 4848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– Spike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43600" y="32461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· 100 VUs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943600" y="35387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1171 ms</a:t>
            </a:r>
            <a:endParaRPr lang="en-US" sz="19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0 % Fehler · ≈ 6× langsamer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Last-Tests: Interpretation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Normallast – gesund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VUs: p95 188 ms, 0 % Fehler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Stabiles Plateau, Login unter erwarteter Last unauffällig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Skaliert im getesteten Bereich problemlos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2424"/>
            </a:avLst>
          </a:prstGeom>
          <a:solidFill>
            <a:srgbClr val="F1F5F9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Spike – Engpass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846320" y="1828800"/>
            <a:ext cx="3657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VUs: p95 ≈ 1,17 s (≈ 6× langsamer)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Ursache: bcrypt ist absichtlich CPU-intensiv → CPU sättigt, Requests stauen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Kapazitätsgrenze, kein Fehler (0 %)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Abhilfe: horizontale Skalierung, Rate-Limiting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Fazit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99616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38988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sinnvolle Tests, Fokus Login/Auth, über alle vier Pyramidenstufen (Ziel: 22)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993392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Auth-Coverage von 1,3 % auf 85,3 % gehoben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2706624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9689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Echte PostgreSQL-Test-DB + saubere Isolation pro Stufe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310128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2004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Automatisierte CI-Pipeline, lokal reproduzierbar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80390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Last-Tests decken realen Engpass auf (CPU-gebundener Login/bcrypt)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9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 Seybold · Philipp Zauner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– conduit (Auth-Fokus)</dc:title>
  <dc:subject>PptxGenJS Presentation</dc:subject>
  <dc:creator>Lorenz Seybold, Philipp Zauner</dc:creator>
  <cp:lastModifiedBy>Lorenz Seybold, Philipp Zauner</cp:lastModifiedBy>
  <cp:revision>1</cp:revision>
  <dcterms:created xsi:type="dcterms:W3CDTF">2026-06-25T11:37:24Z</dcterms:created>
  <dcterms:modified xsi:type="dcterms:W3CDTF">2026-06-25T11:37:24Z</dcterms:modified>
</cp:coreProperties>
</file>